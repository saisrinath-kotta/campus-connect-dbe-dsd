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PROJECT-BASED LEARNING (PBL) — REVIEW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CampusConnect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Centralized Campus Event &amp; Club Hub with Agentic AI &amp; Computer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530352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STUDENT / TEAM MEMBERS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K. Sai Srinath 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Anvith Kumar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Gokul Arnav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S. Keerthana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V. Keerthana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3291840"/>
            <a:ext cx="466344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ACADEMIC &amp; MENTORSHIP DETAILS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Faculty Mentor: Dr. Rafeeq Mohammed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Department: Computer Science &amp; Engineering (CSE)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Institution: K L Deemed to be University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Academic Year: 2025 – 2026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Project Status: Full-Stack Complete &amp; Cloud Deployed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CAMPUSCONNECT • 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1. Centralized Campus Ecosystem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Unify scattered communication across events, student clubs, grievance redressal, and lost property into one single digital hub.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2. Real-Time Concurrency Registrations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Eliminate manual Google Forms with an automated database counter that enforces strict capacity bounds and prevents overbooking.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3. Agentic Conversational AI Assistant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Implement an autonomous assistant with database tool execution to provide 24/7 instant answers about campus schedules and registrations.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4. Computer Vision for Lost &amp; Found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Deploy multi-modal image similarity detection allowing students to identify and reclaim lost items via photo upload rather than plain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5. Dual Role-Based Portals (Student &amp; Admin)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Provide dedicated portals: students discover and register; administrators publish events, inspect attendee rosters, and resolve grievances.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CAMPUSCONNECT • 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Development Approach (Development Flow)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93392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STEP 1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Requirement Analysis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Identified pain points: manual forms, lost items chaos, scattered WhatsApp club messages, and slow paper grievances.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828800"/>
            <a:ext cx="1993392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STEP 2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Database Design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Constructed relational PostgreSQL schema with ACID compliance, capacity constraints, and cascading relationships.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828800"/>
            <a:ext cx="1993392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STEP 3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Backend &amp; AI Core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Engineered asynchronous FastAPI REST endpoints and integrated Google Gemini tool-calling and vision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828800"/>
            <a:ext cx="1993392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STEP 4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Frontend &amp; Design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Built responsive React 18 application with dual light/dark theme tokens, interactive cards, and role switching.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828800"/>
            <a:ext cx="1993392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STEP 5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Testing &amp; CI/CD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Executed 32/32 automated test suites (100% pass) and deployed production frontend to GitHub Pages with CI/CD.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CAMPUSCONNECT • 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Implementation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Frontend Technologies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React 18 &amp; Vite (Lightning HMR)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React Router 7 (HashRouter for SPA)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Vanilla CSS custom design system (Warm Ivory/Dark Slate)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Lucide React modern iconography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Backend Technologies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Python 3.11 with FastAPI framework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Asynchronous ASGI request lifecycle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Pydantic v2 data schemas &amp; validation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Uvicorn production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Database &amp; Storage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PostgreSQL 16 (Relational Database)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SQLAlchemy ORM (Data Access Layer)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Psycopg3 native binary driver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Unique indexing &amp; capacity check constraints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APIs &amp; Intelligent Models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RESTful HTTP Endpoints (JSON)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Gemini 1.5 Multi-modal Vision API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Agentic function calling &amp; tool execution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Cosine similarity image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02336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Development Environment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Antigravity IDE / Visual Studio Code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Git version control with branch isolation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GitHub Pages &amp; GitHub Actions (CI/CD)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Windows PowerShell &amp; Pytest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02336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Security &amp; Architecture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Role-Based Access Control (RBAC)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Session persistence &amp; token handling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CORS middleware security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Prepared statements preventing SQL injection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CAMPUSCONNECT • 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93392" cy="31089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CLIENT TIER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User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Student &amp; Administrator</a:t>
            </a:r>
            <a:br/>
            <a:r>
              <a:t>Web / Mobile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828800"/>
            <a:ext cx="1993392" cy="31089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PRESENTATION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Frontend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React 18 + Vite SPA</a:t>
            </a:r>
            <a:br/>
            <a:r>
              <a:t>Design System &amp; Theme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828800"/>
            <a:ext cx="1993392" cy="31089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APPLICATION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API / Backend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FastAPI Asynchronous Gateway</a:t>
            </a:r>
            <a:br/>
            <a:r>
              <a:t>Auth, CRUD &amp; Gemini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828800"/>
            <a:ext cx="1993392" cy="31089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DATABASE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Database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PostgreSQL Engine</a:t>
            </a:r>
            <a:br/>
            <a:r>
              <a:t>Events, Clubs, Complaints,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828800"/>
            <a:ext cx="1993392" cy="31089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RESPONSE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JSON Response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Instant State Updates</a:t>
            </a:r>
            <a:br/>
            <a:r>
              <a:t>Dynamic React UI Re-render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DATA FLOW PIPELINE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User Action ➔ React Router ➔ HTTP REST ➔ FastAPI Endpoint ➔ SQLAlchemy Query ➔ PostgreSQL ➔ JSON ➔ UI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CAMPUSCONNECT • 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Working Demonstration &amp; Application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1. Authentication &amp; Role Switcher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Instant one-click demo login cards for Student and Admin, credential copy helpers, and live session scoping.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2. Interactive Dashboard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Real-time metrics: Live Events, Active Registrations, Clubs, and Resolved Grievances with AI spotlight callouts.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3. Events &amp; Instant Registration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Categorized event catalog with live seat capacity bars, date/venue badges, and concurrent registration booking.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4. Student Clubs Hub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Comprehensive campus society directory with leadership profiles, contact emails, and dedicated club event listings.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5. Agentic AI Assistant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Conversational AI agent executing database queries for event queries, club information, and automated student registrations.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6. AI Vision Lost &amp; Found &amp; Grievances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Multi-modal image similarity matching for lost items plus complete student grievance submission and admin resolution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CAMPUSCONNECT • 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Functional Results — System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User Registration &amp; Authentication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Secure password hashing &amp; role enforcement (Student, Coordinator, Admin).</a:t>
            </a:r>
            <a:br/>
            <a:r>
              <a:t>• Instant demo access without setup friction.</a:t>
            </a:r>
            <a:br/>
            <a:r>
              <a:t>• Session token persistence and automatic role header routing.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CRUD &amp; Data Record Operations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Complete event management (Add new event, edit schedule, delete).</a:t>
            </a:r>
            <a:br/>
            <a:r>
              <a:t>• Concurrency-safe event registration with unique student-event constraints.</a:t>
            </a:r>
            <a:br/>
            <a:r>
              <a:t>• Grievance filing with category tags, severity flags, and real-time status updates.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Search, Filtering &amp; Categorization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Live search across event titles, clubs, and lost inventory.</a:t>
            </a:r>
            <a:br/>
            <a:r>
              <a:t>• Multi-filter criteria: Technical, Cultural, Workshop, Sports categories.</a:t>
            </a:r>
            <a:br/>
            <a:r>
              <a:t>• Priority filtering for grievance tickets (High, Medium, Low).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API Communication &amp; Intelligence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Fully documented OpenAPI / Swagger REST endpoints with JSON payloads.</a:t>
            </a:r>
            <a:br/>
            <a:r>
              <a:t>• Agentic tool calling: conversational AI executes live SQL queries.</a:t>
            </a:r>
            <a:br/>
            <a:r>
              <a:t>• Computer vision pipeline matching reference images against lost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Database Integrity &amp; Transactions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PostgreSQL ACID transactions ensure zero corrupted bookings.</a:t>
            </a:r>
            <a:br/>
            <a:r>
              <a:t>• Foreign key cascades cleanly handle cancellations and cleanup.</a:t>
            </a:r>
            <a:br/>
            <a:r>
              <a:t>• Positive integer constraints prevent negative seat counters.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52120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Roster &amp; Report Generation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Dynamic attendee registration rosters accessible to event administrators.</a:t>
            </a:r>
            <a:br/>
            <a:r>
              <a:t>• Comprehensive campus grievance resolution logs and response publishing.</a:t>
            </a:r>
            <a:br/>
            <a:r>
              <a:t>• Responsive mobile and desktop rendering with dual theme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CAMPUSCONNECT • 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Testing Results &amp; Verification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3200400"/>
                <a:gridCol w="137160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TC-01: User Login &amp; Role Auth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Successful login with correct JWT / user object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Authenticated &amp; role assigned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TC-02: Add Event Record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Event created in PostgreSQL with positive capacity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Record inserted with ID returned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TC-03: Concurrency Registration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Seat count increments; rejects overbooking at max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Integrity preserved; max enforced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TC-04: Update Grievance 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Admin can transition complaint to 'Resolved'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Status updated with admin remarks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TC-05: Delete Event Record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Event removed; cascading registrations cleaned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Cascade delete executed cleanly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TC-06: AI Agent Tool Execution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Gemini invokes get_events tool &amp; queries DB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Accurate event list returned in chat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TC-07: Neural Image Search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Returns top similarity matches for lost item query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Returned ranked items (&gt;90% match)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CAMPUSCONNECT • 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Performance Analysis &amp;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AVG API RESPONSE TIME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&lt; 45 ms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FastAPI asynchronous coroutines yield sub-50ms latency across all JSON endpoints.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AUTOMATED TEST CASES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32 / 32 Passed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100% test pass rate across auth, events, complaints, and AI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ERROR RATE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0.0 %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Zero unhandled exceptions or 500 internal server errors during load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DATABASE LATENCY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&lt; 12 ms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Indexed queries on PostgreSQL ensure rapid retrieval for event and club rosters.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02336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FRONTEND BUILD SIZE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91.9 KB Gzip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Vite production bundle is highly optimized with sub-second initial paint.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023360"/>
            <a:ext cx="33832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UI AVAILABILITY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24/7 Live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br/>
            <a:r>
              <a:t>Deployed on GitHub Pages with automated continuous deployment via GitHub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CAMPUSCONNECT • 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Results &amp; Comparative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792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Traditional University Workflow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CampusConnect Digital 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Event Registrations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Manual Google Forms; prone to overbooking and lost records.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Automated atomic transactions with real-time seat limits.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Club Discovery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Fragmented WhatsApp groups, posters, and word-of-mouth.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Centralized club hub with leadership directory and events.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Grievance Redressal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Slow paper-based requests with zero status visibility.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Digital complaint tickets with category tags and live tracking.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Lost &amp; Found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Physical security office visits; manual matching.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AI-powered computer vision and semantic similarity matching.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Campus Inquiries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Manual phone calls or office hours inquiries.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24/7 autonomous Gemini AI agent with live database tools.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CAMPUSCONNECT • REVIEW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PROJECT CONCLUSION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Key Objectives Successfully Achieved:</a:t>
            </a:r>
            <a:br/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Unified all fragmented campus workflows into a single responsive full-stack platform.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Successfully engineered robust concurrency-safe event registration preventing overbooking.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Deployed an Agentic AI Assistant capable of real-time database queries and tool calling.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Integrated Computer Vision for automated visual identification of lost campus property.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✓ Completed 32/32 automated test suites with 100% pass rate and deployed live on GitHub Pages.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FUTURE SCOPE &amp; ENHANCEMENTS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Roadmap for Next Versions:</a:t>
            </a:r>
            <a:br/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Native Mobile Applications: Porting frontend to React Native for iOS and Android.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Automated QR Entry Pass: Generate unique QR tickets on registration for rapid door scanning.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University ERP / SIS Integration: Bi-directional synchronization with college attendance &amp; fee portals.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Push Notifications: Real-time SMS and mobile push alerts for upcoming events and complaint updates.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Edge AI Camera Feeds: Integrating CCTV camera feeds for automated campus lost property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9525</Words>
  <Application>WPS Presentation</Application>
  <PresentationFormat>On-screen Show (4:3)</PresentationFormat>
  <Paragraphs>329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Lenovo</cp:lastModifiedBy>
  <cp:revision>2</cp:revision>
  <dcterms:created xsi:type="dcterms:W3CDTF">2013-01-27T09:14:00Z</dcterms:created>
  <dcterms:modified xsi:type="dcterms:W3CDTF">2026-10-12T03:25:26Z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DF34CCA3A0CF4FDD8C26EA41A9458970_12</vt:lpwstr>
  </property>
  <property fmtid="{D5CDD505-2E9C-101B-9397-08002B2CF9AE}" pid="3" name="KSOProductBuildVer">
    <vt:lpwstr>1033-12.1.0.28485</vt:lpwstr>
  </property>
</Properties>
</file>